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2026-10-02T09:28:40.229919Z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563a316370d0e2df1a15c524637af4a2311fca4a09b3bf11a09faebb45b7c154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2026-10-02T09:28:40.229919Z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