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2026-10-02T09:28:36.881989Z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6e3b8e277966df8a60d9486113ab95218a582932be5d891fc623ac1da6f35ca4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2026-10-02T09:28:36.881989Z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