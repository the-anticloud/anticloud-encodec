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23 Sbom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2026-10-02T09:28:39.850933Z | Framework ID: 23_SBOM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NTIA SBOM Minimum Elements (2021), EO 14028 (2021), CISA SBOM guidance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Supplier, Component, Version, Hash, Relationship all captured in manifest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MINIMUM ELEMENTS: ALL PRESENT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SingleBinary.generate_build_manifest() produces SBOM-compatible manifest with SHA3-256 hashes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acf71857d6ede6b7ab48884a3ee83c58e351f0bd84e2cbb984d5a7440d0800c8</a:t>
            </a:r>
          </a:p>
          <a:p>
            <a:r>
              <a:rPr sz="1000">
                <a:solidFill>
                  <a:srgbClr val="222222"/>
                </a:solidFill>
              </a:rPr>
              <a:t>  SHA3-256 (chain) | bb38afb93d1229ffb6a16c2b4e2f30be128d95d0790cbff2f6b80610bee8e23d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2026-10-02T09:28:39.850933Z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