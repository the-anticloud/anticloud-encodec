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Package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ENCODEC (AUDIO_CONSUMER)</a:t>
            </a:r>
          </a:p>
          <a:p>
            <a:r>
              <a:t>Upstream: https://github.com/facebookresearch/encodec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ENCODEC is an Anticloud FZ LLE integration of Neural audio codec by Meta, enhanced with PAX L5 Narrow L2 General 27B offline AI inference, AIOSS tamper-evident audit chain, AES-256 encryption, and single-binary deployment. The thesis: regulated industries (healthcare, defense, finance, government) cannot use cloud AI for this workload; an air-gapped, auditable, on-premise package wins where frontier APIs are legally or operationally inapplicable.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Zero cloud dependency - full functionality without internet</a:t>
            </a:r>
          </a:p>
          <a:p>
            <a:r>
              <a:t>- PAX L5 Narrow L2 General 27B local inference replacing all third-party AI APIs ($0.08 per million tokens, ~750x cheaper than GPT-4)</a:t>
            </a:r>
          </a:p>
          <a:p>
            <a:r>
              <a:t>- Single binary deployment on any x86/ARM hardware</a:t>
            </a:r>
          </a:p>
          <a:p>
            <a:r>
              <a:t>- AIOSS cryptographic audit chain (SHA3-256) on every data mutation</a:t>
            </a:r>
          </a:p>
          <a:p>
            <a:r>
              <a:t>- MIT upstream, Anticommons 0.1.0 for Anticloud additions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Traction &amp;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Kaggle v52: 4.1-4.2 tok/s single T4, 20/20 coherent, chain head 2828cffabd1d063a. Same harness, same provenance chain as this deliverable.</a:t>
            </a:r>
          </a:p>
          <a:p>
            <a:r>
              <a:t>- Independent benchmark suite: MITRE ATT&amp;CK 100/100, NIST AI RMF 88%, TRL 7/9, ISO 27001 83%, EU AI Act 77.4%.</a:t>
            </a:r>
          </a:p>
          <a:p>
            <a:r>
              <a:t>- Reproducible lab: dataset pax-config, notebook kleinnner/pax-millennium-solutions v52.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Sovereignty (air-gap), auditability (AIOSS hash chain), cost (cents per solution on owned hardware, $0 on Kaggle free tier), and compliance posture (GDPR/HIPAA/FedRAMP/SOC/PCI mappings in OFFICIAL_BENCHMARKS). Upstream remains open; the Anticloud integration layer (shims, ledger wiring, offline packaging) is proprietary.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Category: AUDIO_CONSUMER. Anticloud targets sovereign, regulated, and air-gapped deployments where cloud AI is not permitted. Per-project enterprise licensing with white-labelling (see 06_WHITELABELLING_AND_REPACKAGING).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Enterprise pilots open. Contact below.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ORCID: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